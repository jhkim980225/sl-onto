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재발방지 대책서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프로젝트: PJ 2019-HL07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결로·습기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지역: 아시아 (한국·동남아)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적용 법규: KMVSS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QA-CA-2016-64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작성: 품질보증팀 · 검토: 신뢰성시험팀 · 승인: 설계개발팀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SL Corporation · Quality Assurance · 2016.10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QA-CA-2016-64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1. 현상 및 클레임 현황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2. 발생 경위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3. 5-Why 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4. 원인분석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5. 원인 검증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6. 대책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7. 검증 결과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8. 수평 전개 및 표준화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QA-CA-2016-64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부품: 아우터 렌즈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아우터렌즈 내부 결로 — 아시아 필드 클레임 37건 · 주간 점등 후 소등 시 내부 렌즈면에 응결·물방울 관찰.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아우터 렌즈 부위에서 결로·습기 현상이 반복 확인되어 감성·기능 품질에 영향.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2016.10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필드 클레임(PTS)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2016.11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 라인 검출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2017.12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신뢰성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QA-CA-2016-64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2016-10-01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PTS-8321 필드 클레임 접수 · 초기 물량 격리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2016-10-05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 검사 강화 및 재고 전수 선별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2016-11-19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설계·공정·재료 인자 교차 분석,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2016-12-10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 용량 확대 적용안 확정 · DV 시험 계획 승인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2016-01-19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신뢰성 시험 합격 · 표준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QA-CA-2016-64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결로·습기 현상이 발생했는가?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아우터 렌즈 주변에서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부위에 집중되는가?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벤트·씰링 설계 관련 설계 여유가 부족함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설계 여유가 부족했는가?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급냉 응결 이(가)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초기 검토에서 누락되었는가?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플랫폼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이력이 연결되지 않았는가?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검색·재사용이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벤트·씰링 설계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급냉 응결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씰링 열화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QA-CA-2016-64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벤트·씰링 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치수 측정 SPC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→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급냉 응결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광학 성능 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→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씰링 열화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방수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기각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벤트 용량 확대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벤트 2개소 확대 + 하부 드레인 신설 + 렌즈 내면 발수 코팅으로 응결 유동화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벤트·씰링 설계 여유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 용량 확대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이력 미참조 · 개별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체크리스트 반영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37건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QA-CA-2016-64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온습도 사이클 -10↔40°C RH90% 20cyc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침수 IPX7 방수 재시험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필드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발생조건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QA-CA-2016-64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기후: 고온다습 · 우기 집중호우 · 큰 일교차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온습도 프로파일: RH 80–95%(우기) · 온도 -10~40°C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특정 계절/시간대(급냉·우기·결빙)에 집중 발생하는 지역 편중 특성.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설계변경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QA-CA-2016-64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벤트 용량 확대 ×2 (상·하부)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하부 드레인 경로 신설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렌즈 내면 발수(소수성) 코팅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QA-CA-2016-64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2017-HL05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 용량 확대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2017.Q2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2020-HL09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2017.Q3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全 차종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마스터 등록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QA-CA-2016-64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PTS: PTS-8321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2019-HL07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문서번호: QA-CA-2016-64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재현 시험 성적서 · 치수 측정 데이터 · 필드 사진 대지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2026-07-06T04:08:40Z</dcterms:created>
  <dcterms:modified xsi:type="dcterms:W3CDTF">2026-07-06T04:08:40Z</dcterms:modified>
</cp:coreProperties>
</file>