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8D 리포트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프로젝트: PJ 2017-HL05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커넥터 접촉불량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QA-8D-2023-50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작성: 품질보증팀 · 검토: 신뢰성시험팀 · 승인: 설계개발팀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SL Corporation · Quality Assurance · 2023.08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QA-8D-2023-50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1. 현상 및 클레임 현황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2. 발생 경위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3. 5-Why 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4. 원인분석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5. 원인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6. 대책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7. 검증 결과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8. 수평 전개 및 표준화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QA-8D-2023-50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부품: 커넥터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커넥터 접촉불량 — 양산 초기 필드에서 다수 접수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커넥터 부위에서 커넥터 접촉불량 현상이 반복 확인되어 감성·기능 품질에 영향.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2023.08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필드 클레임(PTS)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2023.09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 라인 검출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2024.10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신뢰성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QA-8D-2023-50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2023-08-22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PTS-9388 필드 클레임 접수 · 초기 물량 격리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2023-08-24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 검사 강화 및 재고 전수 선별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2023-09-09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설계·공정·재료 인자 교차 분석,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2023-10-23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커넥터 방청 처리 적용안 확정 · DV 시험 계획 승인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2023-11-24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신뢰성 시험 합격 · 표준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QA-8D-2023-50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커넥터 접촉불량 현상이 발생했는가?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커넥터 주변에서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부위에 집중되는가?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커넥터 단자 산화 관련 설계 여유가 부족함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설계 여유가 부족했는가?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히트싱크 접촉 불량 이(가)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초기 검토에서 누락되었는가?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플랫폼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이력이 연결되지 않았는가?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검색·재사용이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커넥터 단자 산화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히트싱크 접촉 불량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QA-8D-2023-50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커넥터 단자 산화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샘플 파괴 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→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히트싱크 접촉 불량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전수 외관 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→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커넥터 방청 처리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커넥터 방청 처리 적용으로 근본 원인(커넥터 단자 산화)을 제거하고 유사 형상 전개 시 표준으로 반영.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커넥터 단자 산화 여유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커넥터 방청 처리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이력 미참조 · 개별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체크리스트 반영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22건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QA-8D-2023-50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개선 후 3로트 전수 검사에서 재발 없음 확인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광학 성능 및 배광 패턴 규격 만족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필드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QA-8D-2023-50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2025-HL19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커넥터 방청 처리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2024.Q4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2018-HL06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2024.Q1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全 차종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마스터 등록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8D 리포트 · QA-8D-2023-50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PTS: PTS-9388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2017-HL05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문서번호: QA-8D-2023-50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재현 시험 성적서 · 치수 측정 데이터 · 필드 사진 대지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2026-07-06T04:08:40Z</dcterms:created>
  <dcterms:modified xsi:type="dcterms:W3CDTF">2026-07-06T04:08:40Z</dcterms:modified>
</cp:coreProperties>
</file>