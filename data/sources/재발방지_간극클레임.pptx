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2021-HL12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간극 벌어짐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QA-CA-2016-01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2016.01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하우징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간극 벌어짐 — 범퍼 매칭부 2mm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하우징 부위에서 간극 벌어짐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2016.01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2016.02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2016-01-01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PTS-8812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2016-01-03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2016-02-01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2016-03-01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금형 치수 수정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2016-04-01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간극 벌어짐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하우징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소재 수축 과다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금형 치수 오차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소재 수축 과다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금형 치수 오차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조립 공차 누적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소재 수축 과다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전수 외관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금형 치수 오차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치수 측정 SPC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조립 공차 누적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성능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금형 치수 수정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금형 치수 수정 적용으로 근본 원인(소재 수축 과다)을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소재 수축 과다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금형 치수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개선 후 3로트 전수 검사에서 재발 없음 확인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광학 성능 및 배광 패턴 규격 만족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2018-HL06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금형 치수 수정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2021-HL12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QA-CA-2016-01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PTS-8812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2021-HL12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QA-CA-2016-01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2026-07-06T04:08:39Z</dcterms:created>
  <dcterms:modified xsi:type="dcterms:W3CDTF">2026-07-06T04:08:39Z</dcterms:modified>
</cp:coreProperties>
</file>