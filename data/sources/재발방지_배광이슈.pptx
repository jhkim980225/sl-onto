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2019-HL07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배광 편차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QA-CA-2017-08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2017.02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헤드램프 어셈블리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배광 편차 — 법규 부적합 위험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헤드램프 어셈블리 부위에서 배광 편차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2017.02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2017.03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2018.04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QA-CA-2017-08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2017-02-04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PTS-9137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2017-02-06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2017-03-06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2017-04-08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배광 시뮬레이션 강화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2017-05-12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QA-CA-2017-08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배광 편차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헤드램프 어셈블리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방열 설계 미흡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방열 설계 미흡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방열 설계 미흡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QA-CA-2017-08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방열 설계 미흡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치수 측정 SPC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배광 시뮬레이션 강화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배광 시뮬레이션 강화 적용으로 근본 원인(방열 설계 미흡)을 제거하고 유사 형상 전개 시 표준으로 반영.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방열 설계 미흡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배광 시뮬레이션 강화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12건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열충격 200사이클 및 진동 내구 시험 통과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방수 IPX4 재시험 합격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QA-CA-2017-08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2019-HL07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배광 시뮬레이션 강화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2018.Q2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2022-HL13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2018.Q3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PTS-9137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2019-HL07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QA-CA-2017-08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2026-07-06T04:08:39Z</dcterms:created>
  <dcterms:modified xsi:type="dcterms:W3CDTF">2026-07-06T04:08:39Z</dcterms:modified>
</cp:coreProperties>
</file>