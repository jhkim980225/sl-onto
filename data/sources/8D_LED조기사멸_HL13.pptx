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8D 리포트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2022-HL13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LED 조기 사멸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QA-8D-2019-22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2019.04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QA-8D-2019-22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QA-8D-2019-22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LED 모듈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LED 조기 사멸 — 정기 품질 감사에서 검출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LED 모듈 부위에서 LED 조기 사멸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2020.06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QA-8D-2019-22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2019-04-10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PTS-8677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2019-04-12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2019-05-16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2019-06-22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히트싱크 용량 증대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2019-07-07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QA-8D-2019-22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LED 조기 사멸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LED 모듈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방열 설계 미흡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열충격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방열 설계 미흡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열충격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QA-8D-2019-22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방열 설계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방수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열충격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열충격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히트싱크 용량 증대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히트싱크 용량 증대 적용으로 근본 원인(방열 설계 미흡)을 제거하고 유사 형상 전개 시 표준으로 반영.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방열 설계 미흡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히트싱크 용량 증대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22건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QA-8D-2019-22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열충격 200사이클 및 진동 내구 시험 통과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방수 IPX4 재시험 합격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QA-8D-2019-22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2021-HL12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히트싱크 용량 증대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2020.Q4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2024-HL17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2020.Q1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QA-8D-2019-22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PTS-8677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2022-HL13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QA-8D-2019-22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2026-07-05T22:41:03Z</dcterms:created>
  <dcterms:modified xsi:type="dcterms:W3CDTF">2026-07-05T22:41:03Z</dcterms:modified>
</cp:coreProperties>
</file>