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2017-HL05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융착 불량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QA-8D-2021-36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2021.06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하우징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융착 불량 — 고객 조립 라인에서 발견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하우징 부위에서 융착 불량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2021.06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2021.07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2022.08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2021-06-16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PTS-9044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2021-06-18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2021-07-26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2021-08-09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최적화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2021-09-02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융착 불량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하우징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부적정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게이트 위치 부적정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융착 조건 부적정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게이트 위치 부적정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부적정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진동 내구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게이트 위치 부적정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통전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융착 조건 최적화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융착 조건 최적화 적용으로 근본 원인(융착 조건 부적정)을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부적정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최적화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12건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방수 IPX4 재시험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검사에서 재발 없음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2023-HL15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융착 조건 최적화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2016-HL03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QA-8D-2021-36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PTS-9044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2017-HL05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QA-8D-2021-36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2026-07-06T04:08:39Z</dcterms:created>
  <dcterms:modified xsi:type="dcterms:W3CDTF">2026-07-06T04:08:39Z</dcterms:modified>
</cp:coreProperties>
</file>