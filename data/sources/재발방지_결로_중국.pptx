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B49"/>
                </a:solidFill>
              </a:rPr>
              <a:t>재발방지 대책서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828800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프로젝트: PJ 2025-HL19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이슈: 결로·습기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지역: 중국 (중국)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적용 법규: GB 25991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문서번호: QA-CA-2019-85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작성: 품질보증팀 · 검토: 신뢰성시험팀 · 승인: 설계개발팀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4480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1"/>
                </a:solidFill>
              </a:rPr>
              <a:t>SL Corporation · Quality Assurance · 2019.01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목차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재발방지 대책서 · QA-CA-2019-85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255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B49"/>
                </a:solidFill>
              </a:rPr>
              <a:t>1. 현상 및 클레임 현황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2. 발생 경위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3. 5-Why 분석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4. 원인분석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5. 원인 검증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6. 대책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7. 검증 결과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8. 수평 전개 및 표준화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현상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재발방지 대책서 · QA-CA-2019-85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B49"/>
                </a:solidFill>
              </a:rPr>
              <a:t>부품: 아우터 렌즈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B81"/>
                </a:solidFill>
              </a:rPr>
              <a:t>아우터렌즈 내부 결로 — 중국 필드 클레임 29건 · 주간 점등 후 소등 시 내부 렌즈면에 응결·물방울 관찰.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B81"/>
                </a:solidFill>
              </a:rPr>
              <a:t>아우터 렌즈 부위에서 결로·습기 현상이 반복 확인되어 감성·기능 품질에 영향.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7744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926080"/>
                <a:gridCol w="1097280"/>
                <a:gridCol w="25603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접수 시기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접수 경로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건수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비고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2019.01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필드 클레임(PTS)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13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최초 접수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2019.02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고객 라인 검출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유사 증상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2020.03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사내 신뢰성 시험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재현 확인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발생 경위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재발방지 대책서 · QA-CA-2019-85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53035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일자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단계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2019-01-10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이슈 접수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PTS-8619 필드 클레임 접수 · 초기 물량 격리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2019-01-14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긴급 대응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출하 검사 강화 및 재고 전수 선별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2019-02-07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원인 조사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설계·공정·재료 인자 교차 분석, 재현 시험 착수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2019-03-04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대책 수립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방진·방습 멤브레인 적용안 확정 · DV 시험 계획 승인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2019-04-25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검증 완료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개선 로트 신뢰성 시험 합격 · 표준 반영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5-Why 분석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재발방지 대책서 · QA-CA-2019-85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291840"/>
                <a:gridCol w="40233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단계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질문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답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결로·습기 현상이 발생했는가?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아우터 렌즈 주변에서 현상이 반복 관찰됨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해당 부위에 집중되는가?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벤트·씰링 설계 관련 설계 여유가 부족함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설계 여유가 부족했는가?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방진필터 막힘 이(가) 초기 검토에서 누락됨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초기 검토에서 누락되었는가?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유사 플랫폼 이력이 체크리스트로 연결되지 않음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이력이 연결되지 않았는가?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과거 문서가 비정형으로 분산되어 검색·재사용이 어려움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원인분석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B49"/>
                </a:solidFill>
              </a:rPr>
              <a:t>벤트·씰링 설계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B6B81"/>
                </a:solidFill>
              </a:rPr>
              <a:t>방진필터 막힘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B6B81"/>
                </a:solidFill>
              </a:rPr>
              <a:t>고습 침투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원인 검증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재발방지 대책서 · QA-CA-2019-85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108960"/>
                <a:gridCol w="20116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후보 원인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검증 방법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판정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벤트·씰링 설계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열충격 시험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재현됨 → 근본 원인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방진필터 막힘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진동 내구 시험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부분 기여 → 병행 관리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고습 침투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통전 검사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기각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대책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49"/>
                </a:solidFill>
              </a:rPr>
              <a:t>방진·방습 멤브레인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분진 차단 멤브레인으로 막힘 방지 + 고습 내구 실리콘 개스킷으로 재질 상향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1460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474720"/>
                <a:gridCol w="34747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개선 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개선 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설계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벤트·씰링 설계 여유 부족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방진·방습 멤브레인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관리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이력 미참조 · 개별 대응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표준 체크리스트 반영 · 초도 검증 필수화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결과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클레임 29건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개선 로트 재발 0건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검증 결과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재발방지 대책서 · QA-CA-2019-85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49"/>
                </a:solidFill>
              </a:rPr>
              <a:t>방진+방습 복합 시험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침수 IPX7 방수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개선 후 3로트 전수 검사 및 필드 모니터링에서 재발 없음 확인.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발생조건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재발방지 대책서 · QA-CA-2019-85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49"/>
                </a:solidFill>
              </a:rPr>
              <a:t>기후: 고습 · 미세먼지 · 지역 편차 큼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온습도 프로파일: RH 75–95% · 분진 다량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특정 계절/시간대(급냉·우기·결빙)에 집중 발생하는 지역 편중 특성.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설계변경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재발방지 대책서 · QA-CA-2019-85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B49"/>
                </a:solidFill>
              </a:rPr>
              <a:t>방진·방습 겸용 벤트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고습 내구 실리콘 개스킷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하부 드레인 경로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수평 전개 및 표준화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재발방지 대책서 · QA-CA-2019-85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840480"/>
                <a:gridCol w="20116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적용 대상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적용 항목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일정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PJ 2020-HL09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방진·방습 멤브레인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2020.Q1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PJ 2023-HL15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설계 체크리스트 반영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2020.Q2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신규 개발 全 차종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표준 마스터 등록 · 초도 검증 필수화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상시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근거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재발방지 대책서 · QA-CA-2019-85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49"/>
                </a:solidFill>
              </a:rPr>
              <a:t>PTS: PTS-8619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관련 프로젝트: PJ 2025-HL19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문서번호: QA-CA-2019-85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첨부: 재현 시험 성적서 · 치수 측정 데이터 · 필드 사진 대지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2026-07-06T04:08:40Z</dcterms:created>
  <dcterms:modified xsi:type="dcterms:W3CDTF">2026-07-06T04:08:40Z</dcterms:modified>
</cp:coreProperties>
</file>