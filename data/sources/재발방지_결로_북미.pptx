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9"/>
                </a:solidFill>
              </a:rPr>
              <a:t>재발방지 대책서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프로젝트: PJ 2021-HL12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이슈: 결로·습기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지역: 북미 (미국·캐나다)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적용 법규: FMVSS 108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문서번호: QA-CA-2018-78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작성: 품질보증팀 · 검토: 신뢰성시험팀 · 승인: 설계개발팀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1"/>
                </a:solidFill>
              </a:rPr>
              <a:t>SL Corporation · Quality Assurance · 2018.12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QA-CA-2018-78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55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B49"/>
                </a:solidFill>
              </a:rPr>
              <a:t>1. 현상 및 클레임 현황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2. 발생 경위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3. 5-Why 분석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4. 원인분석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5. 원인 검증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6. 대책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7. 검증 결과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8. 수평 전개 및 표준화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현상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QA-CA-2018-78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49"/>
                </a:solidFill>
              </a:rPr>
              <a:t>부품: 아우터 렌즈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아우터렌즈 내부 결로 — 북미 필드 클레임 18건 · 주간 점등 후 소등 시 내부 렌즈면에 응결·물방울 관찰.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아우터 렌즈 부위에서 결로·습기 현상이 반복 확인되어 감성·기능 품질에 영향.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1097280"/>
                <a:gridCol w="25603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시기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경로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건수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2018.12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필드 클레임(PTS)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최초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2018.01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고객 라인 검출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증상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2019.02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사내 신뢰성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 확인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발생 경위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QA-CA-2018-78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53035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2018-12-07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PTS-8512 필드 클레임 접수 · 초기 물량 격리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2018-12-11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긴급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출하 검사 강화 및 재고 전수 선별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2018-01-02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원인 조사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설계·공정·재료 인자 교차 분석, 재현 시험 착수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2018-02-24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대책 수립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소수성 멤브레인 브리더 적용안 확정 · DV 시험 계획 승인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2018-03-14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검증 완료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신뢰성 시험 합격 · 표준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5-Why 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QA-CA-2018-78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91840"/>
                <a:gridCol w="40233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질문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답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결로·습기 현상이 발생했는가?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아우터 렌즈 주변에서 현상이 반복 관찰됨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해당 부위에 집중되는가?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벤트·씰링 설계 관련 설계 여유가 부족함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설계 여유가 부족했는가?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급냉 응결 이(가) 초기 검토에서 누락됨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초기 검토에서 누락되었는가?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플랫폼 이력이 체크리스트로 연결되지 않음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이력이 연결되지 않았는가?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과거 문서가 비정형으로 분산되어 검색·재사용이 어려움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B49"/>
                </a:solidFill>
              </a:rPr>
              <a:t>벤트·씰링 설계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급냉 응결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브리더 응답 지연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 검증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QA-CA-2018-78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후보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검증 방법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벤트·씰링 설계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방수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재현됨 → 근본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급냉 응결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열충격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부분 기여 → 병행 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브리더 응답 지연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진동 내구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기각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대책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소수성 멤브레인 브리더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습기 배출·수분 차단 동시(GORE형 멤브레인) + 상·하 벤트 배치로 대류 순환 확보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  <a:gridCol w="3474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벤트·씰링 설계 여유 부족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소수성 멤브레인 브리더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이력 미참조 · 개별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표준 체크리스트 반영 · 초도 검증 필수화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클레임 18건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재발 0건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검증 결과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QA-CA-2018-78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열충격 -30↔45°C 100cyc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습도 사이클 RH85%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개선 후 3로트 전수 검사 및 필드 모니터링에서 재발 없음 확인.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발생조건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QA-CA-2018-78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기후: 큰 온도 스윙 · 건습 반복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온습도 프로파일: RH 40–85% · 온도 -30~45°C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특정 계절/시간대(급냉·우기·결빙)에 집중 발생하는 지역 편중 특성.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설계변경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QA-CA-2018-78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B49"/>
                </a:solidFill>
              </a:rPr>
              <a:t>멤브레인 브리더 적용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상·하 벤트 대류 배치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브리더 응답성 사양화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수평 전개 및 표준화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QA-CA-2018-78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대상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항목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PJ 2019-HL07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소수성 멤브레인 브리더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2019.Q4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PJ 2022-HL13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 체크리스트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2019.Q1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신규 개발 全 차종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표준 마스터 등록 · 초도 검증 필수화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상시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근거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QA-CA-2018-78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PTS: PTS-8512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관련 프로젝트: PJ 2021-HL12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문서번호: QA-CA-2018-78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첨부: 재현 시험 성적서 · 치수 측정 데이터 · 필드 사진 대지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2026-07-06T04:08:40Z</dcterms:created>
  <dcterms:modified xsi:type="dcterms:W3CDTF">2026-07-06T04:08:40Z</dcterms:modified>
</cp:coreProperties>
</file>