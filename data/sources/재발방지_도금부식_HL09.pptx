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28016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9144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A2B49"/>
                </a:solidFill>
              </a:rPr>
              <a:t>재발방지 대책서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566928" y="1828800"/>
            <a:ext cx="8046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프로젝트: PJ 2018-HL06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이슈: 도금 부식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문서번호: QA-CA-2020-29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작성: 품질보증팀 · 검토: 신뢰성시험팀 · 승인: 설계개발팀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44805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81"/>
                </a:solidFill>
              </a:rPr>
              <a:t>SL Corporation · Quality Assurance · 2020.05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목차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QA-CA-2020-29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3255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2B49"/>
                </a:solidFill>
              </a:rPr>
              <a:t>1. 현상 및 클레임 현황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2. 발생 경위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3. 5-Why 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4. 원인분석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5. 원인 검증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6. 대책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7. 검증 결과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5B6B81"/>
                </a:solidFill>
              </a:rPr>
              <a:t>8. 수평 전개 및 표준화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현상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QA-CA-2020-29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2B49"/>
                </a:solidFill>
              </a:rPr>
              <a:t>부품: 리플렉터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도금 부식 — 신뢰성 시험 중 발생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B6B81"/>
                </a:solidFill>
              </a:rPr>
              <a:t>리플렉터 부위에서 도금 부식 현상이 반복 확인되어 감성·기능 품질에 영향.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377440"/>
          <a:ext cx="82296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926080"/>
                <a:gridCol w="1097280"/>
                <a:gridCol w="25603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시기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접수 경로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건수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비고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2020.05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필드 클레임(PTS)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최초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2020.06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고객 라인 검출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증상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2021.07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사내 신뢰성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 확인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발생 경위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QA-CA-2020-29</a:t>
            </a:r>
            <a:endParaRPr lang="en-US" sz="10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463040"/>
                <a:gridCol w="53035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일자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내용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2020-05-13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이슈 접수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PTS-8903 필드 클레임 접수 · 초기 물량 격리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2020-05-15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긴급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출하 검사 강화 및 재고 전수 선별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2020-06-21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원인 조사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설계·공정·재료 인자 교차 분석, 재현 시험 착수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2020-07-02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대책 수립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도금 공정 관리 강화 적용안 확정 · DV 시험 계획 승인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2020-08-18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검증 완료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신뢰성 시험 합격 · 표준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5-Why 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QA-CA-2020-29</a:t>
            </a:r>
            <a:endParaRPr lang="en-US" sz="1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3291840"/>
                <a:gridCol w="40233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단계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질문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답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도금 부식 현상이 발생했는가?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리플렉터 주변에서 현상이 반복 관찰됨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해당 부위에 집중되는가?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도금 두께 편차 관련 설계 여유가 부족함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설계 여유가 부족했는가?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단자 산화 이(가) 초기 검토에서 누락됨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4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초기 검토에서 누락되었는가?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유사 플랫폼 이력이 체크리스트로 연결되지 않음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Why 5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왜 이력이 연결되지 않았는가?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과거 문서가 비정형으로 분산되어 검색·재사용이 어려움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원인분석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05156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A2B49"/>
                </a:solidFill>
              </a:rPr>
              <a:t>도금 두께 편차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5B6B81"/>
                </a:solidFill>
              </a:rPr>
              <a:t>커넥터 단자 산화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원인 검증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QA-CA-2020-29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10896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후보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검증 방법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도금 두께 편차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열충격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재현됨 → 근본 원인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커넥터 단자 산화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진동 내구 시험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부분 기여 → 병행 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대책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60120"/>
            <a:ext cx="8229600" cy="9509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도금 공정 관리 강화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도금 공정 관리 강화 적용으로 근본 원인(도금 두께 편차)을 제거하고 유사 형상 전개 시 표준으로 반영.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3474720"/>
                <a:gridCol w="3474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구분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개선 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도금 두께 편차 여유 부족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도금 공정 관리 강화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관리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이력 미참조 · 개별 대응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체크리스트 반영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결과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클레임 7건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개선 로트 재발 0건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검증 결과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QA-CA-2020-29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3350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광학 성능 및 배광 패턴 규격 만족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필드 6개월 모니터링 결과 클레임 미발생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개선 후 3로트 전수 검사 및 필드 모니터링에서 재발 없음 확인.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수평 전개 및 표준화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QA-CA-2020-29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840480"/>
                <a:gridCol w="201168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대상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적용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일정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B49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2022-HL13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도금 공정 관리 강화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2021.Q1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PJ 2025-HL19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설계 체크리스트 반영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2021.Q2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7FB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신규 개발 全 차종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표준 마스터 등록 · 초도 검증 필수화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A2B49"/>
                          </a:solidFill>
                        </a:rPr>
                        <a:t>상시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EE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2B49"/>
                </a:solidFill>
              </a:rPr>
              <a:t>근거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11480" y="786384"/>
            <a:ext cx="1005840" cy="41148"/>
          </a:xfrm>
          <a:prstGeom prst="rect">
            <a:avLst/>
          </a:prstGeom>
          <a:solidFill>
            <a:srgbClr val="00A2E5"/>
          </a:solidFill>
          <a:ln/>
        </p:spPr>
      </p:sp>
      <p:sp>
        <p:nvSpPr>
          <p:cNvPr id="4" name="Text 2"/>
          <p:cNvSpPr/>
          <p:nvPr/>
        </p:nvSpPr>
        <p:spPr>
          <a:xfrm>
            <a:off x="5669280" y="310896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6B81"/>
                </a:solidFill>
              </a:rPr>
              <a:t>재발방지 대책서 · QA-CA-2020-29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051560"/>
            <a:ext cx="8229600" cy="17190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A2B49"/>
                </a:solidFill>
              </a:rPr>
              <a:t>PTS: PTS-8903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관련 프로젝트: PJ 2018-HL06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문서번호: QA-CA-2020-29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B6B81"/>
                </a:solidFill>
              </a:rPr>
              <a:t>첨부: 재현 시험 성적서 · 치수 측정 데이터 · 필드 사진 대지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2026-07-06T04:08:39Z</dcterms:created>
  <dcterms:modified xsi:type="dcterms:W3CDTF">2026-07-06T04:08:39Z</dcterms:modified>
</cp:coreProperties>
</file>