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2023-HL15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결로·습기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지역: 유럽 (EU)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적용 법규: ECE R149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QA-CA-2017-71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2017.11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아우터 렌즈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아우터렌즈 내부 결로 — 유럽 필드 클레임 21건 · 주간 점등 후 소등 시 내부 렌즈면에 응결·물방울 관찰.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아우터 렌즈 부위에서 결로·습기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2017.12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2017-11-04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PTS-8407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2017-11-08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2017-12-24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2017-01-17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렌즈 히팅 와이어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2017-02-03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결로·습기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아우터 렌즈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저온 응결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벤트·씰링 설계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저온 응결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히팅 부재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광학 성능 검사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저온 응결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방수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히팅 부재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열충격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기각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렌즈 히팅 와이어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렌즈 하부 발열 코일로 결빙·서리 방지 + 이중 개스킷으로 저온 침습 차단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벤트·씰링 설계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렌즈 히팅 와이어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21건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저온 결빙 사이클 -25↔35°C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방수 IPX9K 고압 분사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발생조건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기후: 저온·습윤 · 결빙 · 서리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온습도 프로파일: RH 70–90% · 온도 -25~35°C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특정 계절/시간대(급냉·우기·결빙)에 집중 발생하는 지역 편중 특성.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설계변경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렌즈 하부 히팅 코일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이중 개스킷(저온 대응)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씰링 재질 저온 경화 개선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2018-HL06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렌즈 히팅 와이어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2018.Q3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2021-HL12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2018.Q4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QA-CA-2017-71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PTS-8407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2023-HL15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QA-CA-2017-71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2026-07-06T04:08:40Z</dcterms:created>
  <dcterms:modified xsi:type="dcterms:W3CDTF">2026-07-06T04:08:40Z</dcterms:modified>
</cp:coreProperties>
</file>