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2024-HL17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색편차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QA-CA-2022-43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2022.07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DRL 모듈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색편차 — 초도 양산 검증 단계에서 확인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DRL 모듈 부위에서 색편차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2022.07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2022.08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2023.09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2022-07-19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PTS-9210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2022-07-21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2022-08-04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2022-09-16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공차 재배분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2022-10-13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색편차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DRL 모듈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설계 오류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코팅 두께 부족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광학 설계 오류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코팅 두께 부족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설계 오류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통전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코팅 두께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샘플 파괴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공차 재배분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공차 재배분 적용으로 근본 원인(광학 설계 오류)을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설계 오류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공차 재배분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필드 6개월 모니터링 결과 클레임 미발생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열충격 200사이클 및 진동 내구 시험 통과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2024-HL17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공차 재배분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2017-HL05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QA-CA-2022-43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PTS-9210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2024-HL17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QA-CA-2022-43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