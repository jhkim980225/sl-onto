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8D 리포트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2025-CP305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펌프 토출 불량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CP-305 UV 선크림 SPF50+ 50ml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로트번호: CP305-2507B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QA-8D-2025-04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 품질보증팀 · 검토 연구개발팀 · 승인 생산본부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Quality Assurance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CP-305 UV 선크림 SPF50+ 50ml 로트 CP305-2507B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펌프 토출 불량 현상이 반복 확인되어 감성 품질과 안전성에 영향을 준다.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제형 혼합자차 선크림 · 용기 펌프 용기 50ml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고객센터 클레임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유통사 반품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안정성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2025-07-15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QA-8D-2025-04 접수 · 동일 로트 출하 보류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2025-07-18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재고 전수 선별 및 보관 시료 확보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2025-08-05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역추적 및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2025-09-12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재평가 적용안 확정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2025-10-20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안정성 시험 합격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펌프 토출 불량 이 발생했는가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혼합자차 선크림 제형에서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로트에 집중되는가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불량 관리 범위가 넓게 설정됨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관리 범위가 넓었는가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점증제 수화 불충분 영향이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누락되었는가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제형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연결되지 않았는가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용기 상용성 불량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점증제 수화 불충분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충전 온도 이탈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불량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인자 단독 변경 재현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·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점증제 수화 불충분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상관 분석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·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비교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용기 상용성 재평가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용기 상용성 재평가 적용으로 근본 원인(용기 상용성 불량)을 제거하고 동일 제형 전 품목에 수평 전개한다.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불량 관리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재평가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출하검사 샘플링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중간공정 전수 모니터링 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47건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펌프 토출량 표시량 ±5% 이내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용기 상용성 6개월 시험 합격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유통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규제 검토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적용 법규: 화장품법(한국) · 기능성화장품 심사 규정 · MoCRA(미국) · ISO 22716(GMP)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ISO 22716 일탈 관리 절차에 따라 일탈 보고서를 기록하고 연간 품질 리뷰에 포함한다.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CP-101 하이드라 수분크림 50ml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재평가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 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CP-102 비타C 브라이트닝 앰플 30ml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 표준서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2026 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전 품목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검토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접수번호: QA-8D-2025-04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2025-CP305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로트: CP305-2507B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QC 성적서 · 안정성 시험 데이터 · 클레임 집계 · 회수품 사진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