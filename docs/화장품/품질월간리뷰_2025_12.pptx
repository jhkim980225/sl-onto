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49"/>
                </a:solidFill>
              </a:rPr>
              <a:t>품질 월간 리뷰 2025-12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프로젝트: PJ 2025-CP102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이슈: 변색(황변)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부품: CP-102 비타C 브라이트닝 앰플 30ml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문서번호: QA-MR-2025-12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1"/>
                </a:solidFill>
              </a:rPr>
              <a:t>코스메디아㈜ · Quality Assurance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이슈 집계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  <a:gridCol w="2926080"/>
                <a:gridCol w="12801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제품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주요 현상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CP-101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상분리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유화제 함량 부족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42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CP-204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향 변취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자외선 노출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CP-102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변색(황변)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자외선 노출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61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CP-305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뭉침(알갱이)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점증제 수화 불충분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CP-203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미생물 한도 초과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보존제 함량 미달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CP-101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점도 저하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교반 속도 편차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33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CP-306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충전량 부족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충전 온도 이탈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55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CP-204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내용물 누액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실링 압력 부족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CP-102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피부 자극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pH 이탈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CP-203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이취(산패취)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원료 로트 편차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B49"/>
                </a:solidFill>
              </a:rPr>
              <a:t>원료 로트 편차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용기 상용성 불량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교반 속도 편차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자외선 노출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대책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원료 입고검사 강화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공급사 정기 감사 주기를 12개월로 단축하고 로트 편차 관리 지표를 입고 성적서에 추가한다.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조치 진행 현황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  <a:gridCol w="18288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조치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대상 제품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유화 공정 온도 프로파일 개정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CP-101 CP-204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완료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보존제 재설계(challenge test 재실시)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CP-203 CP-101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진행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용기 상용성 재평가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CP-305 CP-306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진행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차광 용기 변경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CP-102 CP-204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완료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충전 노즐 세정 주기 단축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CP-306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완료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근거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문서번호: QA-MR-2025-12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첨부: 클레임집계_2025_전제품 · QC 성적서 · 안정성 시험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2026-07-20T04:19:48Z</dcterms:created>
  <dcterms:modified xsi:type="dcterms:W3CDTF">2026-07-20T04:19:48Z</dcterms:modified>
</cp:coreProperties>
</file>