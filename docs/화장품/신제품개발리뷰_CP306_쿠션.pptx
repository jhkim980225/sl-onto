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49"/>
                </a:solidFill>
              </a:rPr>
              <a:t>신제품 개발 리뷰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B49"/>
                </a:solidFill>
              </a:rPr>
              <a:t>프로젝트: PJ 2025-CP306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이슈: 충전량 부족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부품: CP-306 매트 쿠션 파운데이션 15g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문서번호: RD-2025-06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제형: 쿠션 파운데이션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1"/>
                </a:solidFill>
              </a:rPr>
              <a:t>코스메디아㈜ · R&amp;D Review ·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개발 개요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CP-306 매트 쿠션 파운데이션 15g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제형 쿠션 파운데이션 · 용기 쿠션 콤팩트 15g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목표 pH 5.0~6.5 · 목표 점도 8,000~25,000 cP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적용 법규: 화장품법(한국) · MoCRA(미국) · 중국 NMPA 등록 · ISO 22716(GMP)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처방 구성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  <a:gridCol w="1280160"/>
                <a:gridCol w="16459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원료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INCI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배합비(%)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기능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티타늄디옥사이드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Titanium Dioxide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자외선차단 성분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징크옥사이드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Zinc Oxide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자외선차단 성분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황색5호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CI 15985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0.02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색소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사이클로펜타실록세인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Cyclopentasiloxane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실리콘 오일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다이메티콘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Dimethicone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실리콘 오일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카프릴릭/카프릭트라이글리세라이드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Caprylic/Capric Triglyceride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유분·에몰리언트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원인분석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B49"/>
                </a:solidFill>
              </a:rPr>
              <a:t>충전 온도 이탈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B81"/>
                </a:solidFill>
              </a:rPr>
              <a:t>충전 온도 이탈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B81"/>
                </a:solidFill>
              </a:rPr>
              <a:t>원료 로트 편차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B81"/>
                </a:solidFill>
              </a:rPr>
              <a:t>용기 상용성 불량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리스크 검토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리스크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예상 원인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대응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충전 온도 이탈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충전 온도 이탈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충전 라인 온도 자동 기록 도입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원료 로트 편차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충전 온도 이탈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색소 로트별 색차 dE 사전 검증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용기 상용성 불량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충전 온도 이탈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쿠션 퍼프 흡수량 규격화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대책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충전 노즐 세정 주기 단축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개발 단계에서 충전 노즐 세정 주기 단축 를 선행 반영하여 양산 이관 후 재발을 차단한다.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검증 계획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가속 45도 RH75% 3개월 안정성 시험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장기 25도 RH60% 12개월 안정성 시험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challenge test 및 미생물 한도 시험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용기 상용성 6개월 시험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임상 피부 자극 시험(첩포)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근거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문서번호: RD-2025-06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프로젝트: PJ 2025-CP306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첨부: 처방전 · 원료 규격서 · 안정성 시험 계획서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2026-07-20T04:19:48Z</dcterms:created>
  <dcterms:modified xsi:type="dcterms:W3CDTF">2026-07-20T04:19:48Z</dcterms:modified>
</cp:coreProperties>
</file>