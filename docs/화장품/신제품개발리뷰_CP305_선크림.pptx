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8072"/>
  <p:notesSz cx="5148072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00A2E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2B49"/>
                </a:solidFill>
              </a:rPr>
              <a:t>신제품 개발 리뷰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2B49"/>
                </a:solidFill>
              </a:rPr>
              <a:t>프로젝트: PJ 2025-CP305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B6B81"/>
                </a:solidFill>
              </a:rPr>
              <a:t>이슈: 뭉침(알갱이)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B6B81"/>
                </a:solidFill>
              </a:rPr>
              <a:t>부품: CP-305 UV 선크림 SPF50+ 50ml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B6B81"/>
                </a:solidFill>
              </a:rPr>
              <a:t>문서번호: RD-2025-05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B6B81"/>
                </a:solidFill>
              </a:rPr>
              <a:t>제형: 혼합자차 선크림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66928" y="44805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1"/>
                </a:solidFill>
              </a:rPr>
              <a:t>코스메디아㈜ · R&amp;D Review · 2025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B49"/>
                </a:solidFill>
              </a:rPr>
              <a:t>개발 개요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786384"/>
            <a:ext cx="1005840" cy="41148"/>
          </a:xfrm>
          <a:prstGeom prst="rect">
            <a:avLst/>
          </a:prstGeom>
          <a:solidFill>
            <a:srgbClr val="00A2E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51560"/>
            <a:ext cx="8229600" cy="1719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2B49"/>
                </a:solidFill>
              </a:rPr>
              <a:t>CP-305 UV 선크림 SPF50+ 50ml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B6B81"/>
                </a:solidFill>
              </a:rPr>
              <a:t>제형 혼합자차 선크림 · 용기 펌프 용기 50ml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B6B81"/>
                </a:solidFill>
              </a:rPr>
              <a:t>목표 pH 5.0~6.5 · 목표 점도 8,000~25,000 cP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B6B81"/>
                </a:solidFill>
              </a:rPr>
              <a:t>적용 법규: 화장품법(한국) · 기능성화장품 심사 규정 · MoCRA(미국) · ISO 22716(GMP)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B49"/>
                </a:solidFill>
              </a:rPr>
              <a:t>처방 구성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786384"/>
            <a:ext cx="1005840" cy="41148"/>
          </a:xfrm>
          <a:prstGeom prst="rect">
            <a:avLst/>
          </a:prstGeom>
          <a:solidFill>
            <a:srgbClr val="00A2E5"/>
          </a:solidFill>
          <a:ln/>
        </p:spPr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926080"/>
                <a:gridCol w="1280160"/>
                <a:gridCol w="164592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원료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INCI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배합비(%)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기능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티타늄디옥사이드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Titanium Dioxide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6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자외선차단 성분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징크옥사이드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Zinc Oxide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10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자외선차단 성분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에틸헥실메톡시신나메이트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Ethylhexyl Methoxycinnamate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7.5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자외선차단 성분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사이클로펜타실록세인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Cyclopentasiloxane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8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실리콘 오일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다이메티콘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Dimethicone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4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실리콘 오일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카프릴릭/카프릭트라이글리세라이드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Caprylic/Capric Triglyceride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5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유분·에몰리언트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B49"/>
                </a:solidFill>
              </a:rPr>
              <a:t>원인분석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786384"/>
            <a:ext cx="1005840" cy="41148"/>
          </a:xfrm>
          <a:prstGeom prst="rect">
            <a:avLst/>
          </a:prstGeom>
          <a:solidFill>
            <a:srgbClr val="00A2E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51560"/>
            <a:ext cx="8229600" cy="1719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2B49"/>
                </a:solidFill>
              </a:rPr>
              <a:t>점증제 수화 불충분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B6B81"/>
                </a:solidFill>
              </a:rPr>
              <a:t>점증제 수화 불충분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B6B81"/>
                </a:solidFill>
              </a:rPr>
              <a:t>용기 상용성 불량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B6B81"/>
                </a:solidFill>
              </a:rPr>
              <a:t>충전 온도 이탈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B49"/>
                </a:solidFill>
              </a:rPr>
              <a:t>리스크 검토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786384"/>
            <a:ext cx="1005840" cy="41148"/>
          </a:xfrm>
          <a:prstGeom prst="rect">
            <a:avLst/>
          </a:prstGeom>
          <a:solidFill>
            <a:srgbClr val="00A2E5"/>
          </a:solidFill>
          <a:ln/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리스크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예상 원인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대응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점증제 수화 불충분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점증제 수화 불충분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수상 수화 시간 30분 이상 확보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용기 상용성 불량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점증제 수화 불충분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펌프 용기 6개월 상용성 시험 선행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충전 온도 이탈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점증제 수화 불충분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충전 온도 32도 이하 인터록 적용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B49"/>
                </a:solidFill>
              </a:rPr>
              <a:t>대책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786384"/>
            <a:ext cx="1005840" cy="41148"/>
          </a:xfrm>
          <a:prstGeom prst="rect">
            <a:avLst/>
          </a:prstGeom>
          <a:solidFill>
            <a:srgbClr val="00A2E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60120"/>
            <a:ext cx="8229600" cy="950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2B49"/>
                </a:solidFill>
              </a:rPr>
              <a:t>교반 RPM 표준화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B6B81"/>
                </a:solidFill>
              </a:rPr>
              <a:t>개발 단계에서 교반 RPM 표준화 를 선행 반영하여 양산 이관 후 재발을 차단한다.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B49"/>
                </a:solidFill>
              </a:rPr>
              <a:t>검증 계획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786384"/>
            <a:ext cx="1005840" cy="41148"/>
          </a:xfrm>
          <a:prstGeom prst="rect">
            <a:avLst/>
          </a:prstGeom>
          <a:solidFill>
            <a:srgbClr val="00A2E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51560"/>
            <a:ext cx="82296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2B49"/>
                </a:solidFill>
              </a:rPr>
              <a:t>가속 45도 RH75% 3개월 안정성 시험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B6B81"/>
                </a:solidFill>
              </a:rPr>
              <a:t>장기 25도 RH60% 12개월 안정성 시험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B6B81"/>
                </a:solidFill>
              </a:rPr>
              <a:t>challenge test 및 미생물 한도 시험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B6B81"/>
                </a:solidFill>
              </a:rPr>
              <a:t>용기 상용성 6개월 시험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B6B81"/>
                </a:solidFill>
              </a:rPr>
              <a:t>임상 피부 자극 시험(첩포)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B49"/>
                </a:solidFill>
              </a:rPr>
              <a:t>근거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786384"/>
            <a:ext cx="1005840" cy="41148"/>
          </a:xfrm>
          <a:prstGeom prst="rect">
            <a:avLst/>
          </a:prstGeom>
          <a:solidFill>
            <a:srgbClr val="00A2E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51560"/>
            <a:ext cx="8229600" cy="1335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2B49"/>
                </a:solidFill>
              </a:rPr>
              <a:t>문서번호: RD-2025-05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B6B81"/>
                </a:solidFill>
              </a:rPr>
              <a:t>프로젝트: PJ 2025-CP305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B6B81"/>
                </a:solidFill>
              </a:rPr>
              <a:t>첨부: 처방전 · 원료 규격서 · 안정성 시험 계획서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2026-07-20T04:19:48Z</dcterms:created>
  <dcterms:modified xsi:type="dcterms:W3CDTF">2026-07-20T04:19:48Z</dcterms:modified>
</cp:coreProperties>
</file>