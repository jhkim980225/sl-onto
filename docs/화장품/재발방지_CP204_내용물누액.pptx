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8072"/>
  <p:notesSz cx="5148072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B49"/>
                </a:solidFill>
              </a:rPr>
              <a:t>재발방지 대책서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2487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2B49"/>
                </a:solidFill>
              </a:rPr>
              <a:t>프로젝트: PJ 2025-CP204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이슈: 내용물 누액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부품: CP-204 콜라겐 리프팅 아이크림 20ml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로트번호: CP204-2505B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문서번호: QA-CA-2025-02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작성 품질보증팀 · 검토 연구개발팀 · 승인 생산본부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66928" y="4480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1"/>
                </a:solidFill>
              </a:rPr>
              <a:t>코스메디아㈜ · Quality Assurance ·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현상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B49"/>
                </a:solidFill>
              </a:rPr>
              <a:t>CP-204 콜라겐 리프팅 아이크림 20ml 로트 CP204-2505B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6B81"/>
                </a:solidFill>
              </a:rPr>
              <a:t>내용물 누액 현상이 반복 확인되어 감성 품질과 안전성에 영향을 준다.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6B81"/>
                </a:solidFill>
              </a:rPr>
              <a:t>제형 W/O 아이크림 · 용기 알루미늄 튜브 20ml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7744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926080"/>
                <a:gridCol w="1097280"/>
                <a:gridCol w="25603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접수 시기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접수 경로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건수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비고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2025-05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고객센터 클레임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12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최초 접수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2025-06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유통사 반품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7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유사 증상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2025-07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사내 안정성 시험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재현 확인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발생 경위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463040"/>
                <a:gridCol w="53035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일자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단계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내용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2025-05-13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이슈 접수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QA-CA-2025-02 접수 · 동일 로트 출하 보류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2025-05-16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긴급 대응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재고 전수 선별 및 보관 시료 확보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2025-06-05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원인 조사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제조기록 역추적 및 재현 시험 착수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2025-07-12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대책 수립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실링 조건 밸리데이션 적용안 확정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2025-08-20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검증 완료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개선 로트 안정성 시험 합격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5-Why 분석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3291840"/>
                <a:gridCol w="40233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단계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질문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답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Why 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왜 내용물 누액 이 발생했는가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W/O 아이크림 제형에서 현상이 반복 관찰됨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Why 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왜 해당 로트에 집중되는가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실링 압력 부족 관리 범위가 넓게 설정됨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Why 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왜 관리 범위가 넓었는가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용기 상용성 불량 영향이 초기 검토에서 누락됨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Why 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왜 누락되었는가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유사 제형 이력이 체크리스트로 연결되지 않음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Why 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왜 연결되지 않았는가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과거 문서가 비정형으로 분산되어 검색이 어려움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원인분석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2B49"/>
                </a:solidFill>
              </a:rPr>
              <a:t>실링 압력 부족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B6B81"/>
                </a:solidFill>
              </a:rPr>
              <a:t>용기 상용성 불량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B6B81"/>
                </a:solidFill>
              </a:rPr>
              <a:t>충전 온도 이탈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원인 검증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108960"/>
                <a:gridCol w="20116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후보 원인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검증 방법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판정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실링 압력 부족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인자 단독 변경 재현 시험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재현됨 · 근본 원인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용기 상용성 불량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제조기록 상관 분석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부분 기여 · 병행 관리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충전 온도 이탈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원료 로트 비교 시험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기각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대책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B49"/>
                </a:solidFill>
              </a:rPr>
              <a:t>실링 조건 밸리데이션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실링 조건 밸리데이션 적용으로 근본 원인(실링 압력 부족)을 제거하고 동일 제형 전 품목에 수평 전개한다.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514600"/>
          <a:ext cx="82296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3474720"/>
                <a:gridCol w="34747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구분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개선 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개선 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공정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실링 압력 부족 관리 미흡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실링 조건 밸리데이션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검사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출하검사 샘플링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중간공정 전수 모니터링 추가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결과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클레임 24건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개선 로트 재발 0건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검증 결과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B49"/>
                </a:solidFill>
              </a:rPr>
              <a:t>실링 강도 규격 상향 후 누액 0건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수송 진동 시험 합격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개선 후 3로트 전수 검사 및 유통 모니터링에서 재발 없음 확인.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규제 검토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B49"/>
                </a:solidFill>
              </a:rPr>
              <a:t>적용 법규: 화장품법(한국) · EU 화장품규정 1223/2009 · CPNP 등록 · ISO 22716(GMP)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ISO 22716 일탈 관리 절차에 따라 일탈 보고서를 기록하고 연간 품질 리뷰에 포함한다.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수평 전개 및 표준화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108960"/>
                <a:gridCol w="18288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적용 대상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적용 항목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일정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CP-101 하이드라 수분크림 50ml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실링 조건 밸리데이션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2025 Q4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CP-102 비타C 브라이트닝 앰플 30ml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제조 표준서 개정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2026 Q1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신규 개발 전 품목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설계 검토 체크리스트 반영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상시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근거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1719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B49"/>
                </a:solidFill>
              </a:rPr>
              <a:t>접수번호: QA-CA-2025-02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관련 프로젝트: PJ 2025-CP204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로트: CP204-2505B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첨부: QC 성적서 · 안정성 시험 데이터 · 클레임 집계 · 회수품 사진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2026-07-20T04:19:48Z</dcterms:created>
  <dcterms:modified xsi:type="dcterms:W3CDTF">2026-07-20T04:19:48Z</dcterms:modified>
</cp:coreProperties>
</file>