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2025-CP204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결정 석출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CP-204 콜라겐 리프팅 아이크림 20ml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CP204-2511C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QA-CA-2025-03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CP-204 콜라겐 리프팅 아이크림 20ml 로트 CP204-2511C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결정 석출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W/O 아이크림 · 용기 알루미늄 튜브 20ml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2025-11-19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QA-CA-2025-03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2025-11-22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2025-12-05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2025-12-12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2025-12-20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결정 석출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W/O 아이크림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냉각 속도 과다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HLB 불일치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냉각 속도 과다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HLB 불일치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유화제 함량 부족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냉각 속도 과다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HLB 불일치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유화제 함량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유화 공정 온도 프로파일 개정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유화 공정 온도 프로파일 개정 적용으로 근본 원인(냉각 속도 과다)을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냉각 속도 과다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26건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냉각 프로파일 개정 후 석출 없음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순환 시험 6cycle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EU 화장품규정 1223/2009 · CPNP 등록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QA-CA-2025-03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2025-CP204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CP204-2511C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