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8D 리포트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프로젝트: PJ 2025-CP203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미생물 한도 초과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부품: CP-203 시카 진정 토너 200ml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로트번호: CP203-2503A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QA-8D-2025-02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 품질보증팀 · 검토 연구개발팀 · 승인 생산본부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코스메디아㈜ · Quality Assurance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CP-203 시카 진정 토너 200ml 로트 CP203-2503A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미생물 한도 초과 현상이 반복 확인되어 감성 품질과 안전성에 영향을 준다.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제형 가용화 토너 · 용기 PET 원통 용기 200ml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고객센터 클레임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유통사 반품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안정성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2025-03-14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QA-8D-2025-02 접수 · 동일 로트 출하 보류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2025-03-17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재고 전수 선별 및 보관 시료 확보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2025-04-05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역추적 및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2025-05-12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보존제 재설계(challenge test 재실시) 적용안 확정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2025-06-20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안정성 시험 합격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미생물 한도 초과 이 발생했는가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가용화 토너 제형에서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로트에 집중되는가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보존제 함량 미달 관리 범위가 넓게 설정됨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관리 범위가 넓었는가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작업환경 미생물 오염 영향이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누락되었는가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제형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연결되지 않았는가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보존제 함량 미달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작업환경 미생물 오염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pH 이탈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보존제 함량 미달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인자 단독 변경 재현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·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작업환경 미생물 오염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제조기록 상관 분석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·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pH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비교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보존제 재설계(challenge test 재실시)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보존제 재설계(challenge test 재실시) 적용으로 근본 원인(보존제 함량 미달)을 제거하고 동일 제형 전 품목에 수평 전개한다.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공정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보존제 함량 미달 관리 미흡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보존제 재설계(challenge test 재실시)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출하검사 샘플링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중간공정 전수 모니터링 추가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15건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challenge test 전 균주 규격 만족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작업장 낙하균 10 CFU/plate 이하 유지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유통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규제 검토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적용 법규: 화장품법(한국) · 중국 NMPA 등록 · 화장품 안전기준 등에 관한 규정 · ISO 22716(GMP)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ISO 22716 일탈 관리 절차에 따라 일탈 보고서를 기록하고 연간 품질 리뷰에 포함한다.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CP-101 하이드라 수분크림 50ml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보존제 재설계(challenge test 재실시)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2025 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CP-102 비타C 브라이트닝 앰플 30ml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제조 표준서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2026 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전 품목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검토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접수번호: QA-8D-2025-02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2025-CP203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로트: CP203-2503A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QC 성적서 · 안정성 시험 데이터 · 클레임 집계 · 회수품 사진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2026-07-20T04:19:48Z</dcterms:created>
  <dcterms:modified xsi:type="dcterms:W3CDTF">2026-07-20T04:19:48Z</dcterms:modified>
</cp:coreProperties>
</file>